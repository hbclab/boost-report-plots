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4"/>
    <p:restoredTop sz="94694"/>
  </p:normalViewPr>
  <p:slideViewPr>
    <p:cSldViewPr snapToGrid="0">
      <p:cViewPr varScale="1">
        <p:scale>
          <a:sx n="119" d="100"/>
          <a:sy n="119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ss, Michelle W" userId="39e12222-6a34-4136-bf85-225b5b56434d" providerId="ADAL" clId="{970E007E-7A12-5869-BFA6-DEC95F840C45}"/>
    <pc:docChg chg="undo custSel addSld modSld">
      <pc:chgData name="Voss, Michelle W" userId="39e12222-6a34-4136-bf85-225b5b56434d" providerId="ADAL" clId="{970E007E-7A12-5869-BFA6-DEC95F840C45}" dt="2026-03-18T21:12:57.176" v="354" actId="20577"/>
      <pc:docMkLst>
        <pc:docMk/>
      </pc:docMkLst>
      <pc:sldChg chg="addSp modSp mod">
        <pc:chgData name="Voss, Michelle W" userId="39e12222-6a34-4136-bf85-225b5b56434d" providerId="ADAL" clId="{970E007E-7A12-5869-BFA6-DEC95F840C45}" dt="2026-03-18T21:11:32.014" v="331" actId="20577"/>
        <pc:sldMkLst>
          <pc:docMk/>
          <pc:sldMk cId="3643828430" sldId="256"/>
        </pc:sldMkLst>
        <pc:spChg chg="add mod">
          <ac:chgData name="Voss, Michelle W" userId="39e12222-6a34-4136-bf85-225b5b56434d" providerId="ADAL" clId="{970E007E-7A12-5869-BFA6-DEC95F840C45}" dt="2026-03-18T21:11:32.014" v="331" actId="20577"/>
          <ac:spMkLst>
            <pc:docMk/>
            <pc:sldMk cId="3643828430" sldId="256"/>
            <ac:spMk id="2" creationId="{D262BB24-C8AC-1F10-E782-B9CA92B2662C}"/>
          </ac:spMkLst>
        </pc:spChg>
      </pc:sldChg>
      <pc:sldChg chg="addSp modSp mod">
        <pc:chgData name="Voss, Michelle W" userId="39e12222-6a34-4136-bf85-225b5b56434d" providerId="ADAL" clId="{970E007E-7A12-5869-BFA6-DEC95F840C45}" dt="2026-03-18T21:11:27.452" v="322" actId="1076"/>
        <pc:sldMkLst>
          <pc:docMk/>
          <pc:sldMk cId="508601316" sldId="257"/>
        </pc:sldMkLst>
        <pc:spChg chg="add mod">
          <ac:chgData name="Voss, Michelle W" userId="39e12222-6a34-4136-bf85-225b5b56434d" providerId="ADAL" clId="{970E007E-7A12-5869-BFA6-DEC95F840C45}" dt="2026-03-18T21:11:27.452" v="322" actId="1076"/>
          <ac:spMkLst>
            <pc:docMk/>
            <pc:sldMk cId="508601316" sldId="257"/>
            <ac:spMk id="3" creationId="{D385ED7F-C185-2386-F7FC-3C75AA898441}"/>
          </ac:spMkLst>
        </pc:spChg>
        <pc:graphicFrameChg chg="mod modGraphic">
          <ac:chgData name="Voss, Michelle W" userId="39e12222-6a34-4136-bf85-225b5b56434d" providerId="ADAL" clId="{970E007E-7A12-5869-BFA6-DEC95F840C45}" dt="2026-03-18T20:58:56.987" v="22"/>
          <ac:graphicFrameMkLst>
            <pc:docMk/>
            <pc:sldMk cId="508601316" sldId="257"/>
            <ac:graphicFrameMk id="2" creationId="{367DAC6A-BF57-B582-358F-FBA6BC9B590F}"/>
          </ac:graphicFrameMkLst>
        </pc:graphicFrameChg>
      </pc:sldChg>
      <pc:sldChg chg="addSp delSp modSp new mod">
        <pc:chgData name="Voss, Michelle W" userId="39e12222-6a34-4136-bf85-225b5b56434d" providerId="ADAL" clId="{970E007E-7A12-5869-BFA6-DEC95F840C45}" dt="2026-03-18T21:12:57.176" v="354" actId="20577"/>
        <pc:sldMkLst>
          <pc:docMk/>
          <pc:sldMk cId="1479663050" sldId="258"/>
        </pc:sldMkLst>
        <pc:spChg chg="add del mod">
          <ac:chgData name="Voss, Michelle W" userId="39e12222-6a34-4136-bf85-225b5b56434d" providerId="ADAL" clId="{970E007E-7A12-5869-BFA6-DEC95F840C45}" dt="2026-03-18T21:11:04.270" v="301" actId="1076"/>
          <ac:spMkLst>
            <pc:docMk/>
            <pc:sldMk cId="1479663050" sldId="258"/>
            <ac:spMk id="4" creationId="{12BFCE2A-5AD7-F20E-B2FD-709D0D541FD8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5" creationId="{CED3FFED-0399-B390-30AD-F14D55FE4FF7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6" creationId="{B3FB50F7-FFAF-0AAF-DF07-B2527D26628A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7" creationId="{344ACF77-549C-2445-D917-5A12FD426072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9" creationId="{F78DFCCF-1099-1F55-6FDE-6D040D0C31A6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10" creationId="{7F2EECC5-6250-05DB-6973-A5747721BE4A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11" creationId="{94800348-A1F1-2496-5782-0DD6D0E08D38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12" creationId="{87728137-BC15-93EC-F097-30851E34801C}"/>
          </ac:spMkLst>
        </pc:spChg>
        <pc:spChg chg="add mod">
          <ac:chgData name="Voss, Michelle W" userId="39e12222-6a34-4136-bf85-225b5b56434d" providerId="ADAL" clId="{970E007E-7A12-5869-BFA6-DEC95F840C45}" dt="2026-03-18T21:11:08.607" v="302" actId="1076"/>
          <ac:spMkLst>
            <pc:docMk/>
            <pc:sldMk cId="1479663050" sldId="258"/>
            <ac:spMk id="13" creationId="{1D384085-4139-F8C9-A427-5E6980075B4C}"/>
          </ac:spMkLst>
        </pc:spChg>
        <pc:spChg chg="add del mod">
          <ac:chgData name="Voss, Michelle W" userId="39e12222-6a34-4136-bf85-225b5b56434d" providerId="ADAL" clId="{970E007E-7A12-5869-BFA6-DEC95F840C45}" dt="2026-03-18T21:10:07.242" v="147" actId="478"/>
          <ac:spMkLst>
            <pc:docMk/>
            <pc:sldMk cId="1479663050" sldId="258"/>
            <ac:spMk id="14" creationId="{834EE506-59E8-165A-0563-3EF89D9E0740}"/>
          </ac:spMkLst>
        </pc:spChg>
        <pc:spChg chg="add mod">
          <ac:chgData name="Voss, Michelle W" userId="39e12222-6a34-4136-bf85-225b5b56434d" providerId="ADAL" clId="{970E007E-7A12-5869-BFA6-DEC95F840C45}" dt="2026-03-18T21:10:57.453" v="300" actId="20577"/>
          <ac:spMkLst>
            <pc:docMk/>
            <pc:sldMk cId="1479663050" sldId="258"/>
            <ac:spMk id="15" creationId="{E6259B8E-678E-0971-D81C-118D73757BAA}"/>
          </ac:spMkLst>
        </pc:spChg>
        <pc:spChg chg="add mod">
          <ac:chgData name="Voss, Michelle W" userId="39e12222-6a34-4136-bf85-225b5b56434d" providerId="ADAL" clId="{970E007E-7A12-5869-BFA6-DEC95F840C45}" dt="2026-03-18T21:12:57.176" v="354" actId="20577"/>
          <ac:spMkLst>
            <pc:docMk/>
            <pc:sldMk cId="1479663050" sldId="258"/>
            <ac:spMk id="16" creationId="{B38948BC-3C3E-F5FF-6A32-82A70224E151}"/>
          </ac:spMkLst>
        </pc:spChg>
        <pc:picChg chg="add mod modCrop">
          <ac:chgData name="Voss, Michelle W" userId="39e12222-6a34-4136-bf85-225b5b56434d" providerId="ADAL" clId="{970E007E-7A12-5869-BFA6-DEC95F840C45}" dt="2026-03-18T21:11:08.607" v="302" actId="1076"/>
          <ac:picMkLst>
            <pc:docMk/>
            <pc:sldMk cId="1479663050" sldId="258"/>
            <ac:picMk id="3" creationId="{D0300A6D-8372-FE6D-3930-2BA7C0B9744C}"/>
          </ac:picMkLst>
        </pc:picChg>
        <pc:picChg chg="add mod">
          <ac:chgData name="Voss, Michelle W" userId="39e12222-6a34-4136-bf85-225b5b56434d" providerId="ADAL" clId="{970E007E-7A12-5869-BFA6-DEC95F840C45}" dt="2026-03-18T21:11:08.607" v="302" actId="1076"/>
          <ac:picMkLst>
            <pc:docMk/>
            <pc:sldMk cId="1479663050" sldId="258"/>
            <ac:picMk id="8" creationId="{5AA311C8-784D-9F82-3A05-4A24B4E50B98}"/>
          </ac:picMkLst>
        </pc:picChg>
      </pc:sldChg>
      <pc:sldChg chg="addSp delSp modSp add mod">
        <pc:chgData name="Voss, Michelle W" userId="39e12222-6a34-4136-bf85-225b5b56434d" providerId="ADAL" clId="{970E007E-7A12-5869-BFA6-DEC95F840C45}" dt="2026-03-18T21:12:39.846" v="341" actId="14100"/>
        <pc:sldMkLst>
          <pc:docMk/>
          <pc:sldMk cId="2076052027" sldId="259"/>
        </pc:sldMkLst>
        <pc:spChg chg="mod">
          <ac:chgData name="Voss, Michelle W" userId="39e12222-6a34-4136-bf85-225b5b56434d" providerId="ADAL" clId="{970E007E-7A12-5869-BFA6-DEC95F840C45}" dt="2026-03-18T21:11:44.564" v="337" actId="20577"/>
          <ac:spMkLst>
            <pc:docMk/>
            <pc:sldMk cId="2076052027" sldId="259"/>
            <ac:spMk id="3" creationId="{D310A908-EEEE-189A-13A4-447194D56B05}"/>
          </ac:spMkLst>
        </pc:spChg>
        <pc:graphicFrameChg chg="del">
          <ac:chgData name="Voss, Michelle W" userId="39e12222-6a34-4136-bf85-225b5b56434d" providerId="ADAL" clId="{970E007E-7A12-5869-BFA6-DEC95F840C45}" dt="2026-03-18T21:11:47.777" v="338" actId="478"/>
          <ac:graphicFrameMkLst>
            <pc:docMk/>
            <pc:sldMk cId="2076052027" sldId="259"/>
            <ac:graphicFrameMk id="2" creationId="{3FEB5912-9909-1B29-523B-FB16040D6B85}"/>
          </ac:graphicFrameMkLst>
        </pc:graphicFrameChg>
        <pc:picChg chg="add mod">
          <ac:chgData name="Voss, Michelle W" userId="39e12222-6a34-4136-bf85-225b5b56434d" providerId="ADAL" clId="{970E007E-7A12-5869-BFA6-DEC95F840C45}" dt="2026-03-18T21:12:39.846" v="341" actId="14100"/>
          <ac:picMkLst>
            <pc:docMk/>
            <pc:sldMk cId="2076052027" sldId="259"/>
            <ac:picMk id="4" creationId="{7014C8A6-23FF-6053-B1DC-BADDDCAF57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CC31-D6D3-F248-2CDD-62005165B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85C3A-CCE4-B05F-920B-50155B782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3422F-7D3A-D180-F014-D7D6BEE1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2E932-9634-87B2-3A04-7D394A7B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E612-71E8-E825-7DAC-2263887B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3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86BD-D965-1FA0-0AE7-2EE77605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3C9B5-D249-9A31-6879-15B6E2255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F534A-474B-5D8A-D7A3-1E025DAE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78D7F-3B82-F556-E639-5100BC18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74981-4C83-8517-29C8-C856EAD5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7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F92B-1F94-960B-B540-3535C6A4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EE4B4-2CFD-C370-46A9-F2C7E8190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DACA3-3366-DB81-02C0-A1143873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EBD10-A1AA-C228-46E7-0E9BA45C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71BAA-9204-C439-2D70-8C239F42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9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4E92-C1AD-05B1-E4AE-E844EA8C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5ADE-5AF4-3A33-29BC-DCC1FC29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60D83-714F-919C-E3F7-68CF9C3C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7653-7AF8-F116-8B28-527E5CD3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0060-B8A0-A961-2AFC-BD73268A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5901C-894E-34B4-1317-30169BFA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0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153E-52E9-7B5A-0CF9-B47EA964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10869-A11B-E2DA-2F1F-5F60DD974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2829-E4B8-ACA3-ECF2-44589846D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DF5A1-B5D4-E348-8F7C-7F590022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8C359-99A2-04B2-E75D-54981739D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12077-5FCB-75DD-72FD-7ED27AD2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D9E51-6466-7FB4-90E6-EDD5C445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18D6A-BF47-E982-59BC-7FB45889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3F4D-E7EA-59DF-7C8E-FB3D4BE8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68676-9D45-C085-80D2-B4E53D242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30660-8396-20FA-70F2-BD18F406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C4F97-CE6C-5517-5C8F-05911823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6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FCD36-AF82-1DCA-47CF-6D150FB0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F2C96-6B22-52A9-EC88-050806D3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73EF3-7D28-C4CA-FA7E-E2387B94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2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897E-1AF7-787A-E4E1-043F2458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5D4B-E8AD-A0C4-BCDF-F8D80734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B0DF8-9F9D-71F4-1184-5C0F973F8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D250B-663E-2CE0-EA1A-1737DDC7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05019-2A2A-802F-1B01-8CE8FEA3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8749C-A48E-7E83-DF5B-5AF50BA0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CD95-53B7-3A74-A217-89ACD4E9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16E48-4DE7-21BC-A41E-DA5A57868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9D297-753D-6FEB-AFA7-1BC1F5A1F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805D1-1FF1-4587-4A79-3242024D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17D05-FD61-ECB1-1931-1277B768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A8496-F598-9684-08A8-F6DAB90B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6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2F62-7F8E-3A12-F65B-4895AEB4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F47DB-5965-748D-2C7D-06197DE34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F625-7A60-C998-B108-FC31BC58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79986-3E53-0308-97FE-9D7A67AF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F2D7B-F4F2-27B0-48C3-54B6551C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9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E94F0-4B95-3161-D4CB-47C49FBE3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FC729-28BF-D006-028B-2DAE31DF0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94868-08C8-E47A-1B36-29493520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98B59-4591-AF66-7BE8-0626B039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490C3-2AC3-3F8C-D96A-9797D7B6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30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CF429-1EE9-68D1-7F9B-AE7EDBBB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240D8-3ED9-4D67-E152-08340D907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7388B-E678-2D71-115E-0F6D488AC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C8B05-530A-7544-9132-A1DE6DCB35F5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7E28C-F170-EC57-939D-666BB3E27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932F-431B-4F40-7940-8138895D7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4E8F-5163-E747-85B8-4BD6F4085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9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C995B1-729A-F253-861C-7212A5ADA9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40"/>
          <a:stretch>
            <a:fillRect/>
          </a:stretch>
        </p:blipFill>
        <p:spPr>
          <a:xfrm>
            <a:off x="99850" y="2079735"/>
            <a:ext cx="3880230" cy="2355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B1EB6-261A-B85F-2F0E-791BA3E9A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73"/>
          <a:stretch>
            <a:fillRect/>
          </a:stretch>
        </p:blipFill>
        <p:spPr>
          <a:xfrm>
            <a:off x="3980080" y="2075901"/>
            <a:ext cx="3880230" cy="2359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533FBE-EF39-5F4B-64BE-E93E98F9FD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25"/>
          <a:stretch>
            <a:fillRect/>
          </a:stretch>
        </p:blipFill>
        <p:spPr>
          <a:xfrm>
            <a:off x="7860310" y="2065753"/>
            <a:ext cx="3880231" cy="2369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031A19-D3B2-A372-B993-081576EBB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6469" y="3108325"/>
            <a:ext cx="736600" cy="64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257065-6768-F29B-BA5A-63B551262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699" y="3108325"/>
            <a:ext cx="736600" cy="641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C5A0DA-6628-3F6B-9ADA-C3CE2DBEF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5886" y="3108325"/>
            <a:ext cx="736600" cy="641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25BA12-33C9-2EDB-B2C0-E49FD6A2417A}"/>
              </a:ext>
            </a:extLst>
          </p:cNvPr>
          <p:cNvSpPr txBox="1"/>
          <p:nvPr/>
        </p:nvSpPr>
        <p:spPr>
          <a:xfrm>
            <a:off x="5460123" y="2249214"/>
            <a:ext cx="1271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Iowa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8990D-99BD-64B1-2CA3-974D686684CE}"/>
              </a:ext>
            </a:extLst>
          </p:cNvPr>
          <p:cNvSpPr txBox="1"/>
          <p:nvPr/>
        </p:nvSpPr>
        <p:spPr>
          <a:xfrm>
            <a:off x="9340353" y="2249214"/>
            <a:ext cx="1271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Northeastern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2BB24-C8AC-1F10-E782-B9CA92B2662C}"/>
              </a:ext>
            </a:extLst>
          </p:cNvPr>
          <p:cNvSpPr txBox="1"/>
          <p:nvPr/>
        </p:nvSpPr>
        <p:spPr>
          <a:xfrm>
            <a:off x="268941" y="139849"/>
            <a:ext cx="431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3643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7DAC6A-BF57-B582-358F-FBA6BC9B5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69562"/>
              </p:ext>
            </p:extLst>
          </p:nvPr>
        </p:nvGraphicFramePr>
        <p:xfrm>
          <a:off x="3715624" y="1713542"/>
          <a:ext cx="4156624" cy="1715460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1460434">
                  <a:extLst>
                    <a:ext uri="{9D8B030D-6E8A-4147-A177-3AD203B41FA5}">
                      <a16:colId xmlns:a16="http://schemas.microsoft.com/office/drawing/2014/main" val="3824978045"/>
                    </a:ext>
                  </a:extLst>
                </a:gridCol>
                <a:gridCol w="1238664">
                  <a:extLst>
                    <a:ext uri="{9D8B030D-6E8A-4147-A177-3AD203B41FA5}">
                      <a16:colId xmlns:a16="http://schemas.microsoft.com/office/drawing/2014/main" val="3629743591"/>
                    </a:ext>
                  </a:extLst>
                </a:gridCol>
                <a:gridCol w="1457526">
                  <a:extLst>
                    <a:ext uri="{9D8B030D-6E8A-4147-A177-3AD203B41FA5}">
                      <a16:colId xmlns:a16="http://schemas.microsoft.com/office/drawing/2014/main" val="3392371774"/>
                    </a:ext>
                  </a:extLst>
                </a:gridCol>
              </a:tblGrid>
              <a:tr h="4288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Site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Supervised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Unsupervised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744469"/>
                  </a:ext>
                </a:extLst>
              </a:tr>
              <a:tr h="4288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UI (n=31)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91.70%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79.10%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288688"/>
                  </a:ext>
                </a:extLst>
              </a:tr>
              <a:tr h="4288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NE (n=10)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92.30%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83.7%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87066"/>
                  </a:ext>
                </a:extLst>
              </a:tr>
              <a:tr h="4288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Total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91.90%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80.2%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2623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85ED7F-C185-2386-F7FC-3C75AA898441}"/>
              </a:ext>
            </a:extLst>
          </p:cNvPr>
          <p:cNvSpPr txBox="1"/>
          <p:nvPr/>
        </p:nvSpPr>
        <p:spPr>
          <a:xfrm>
            <a:off x="268941" y="139849"/>
            <a:ext cx="431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</a:t>
            </a:r>
          </a:p>
        </p:txBody>
      </p:sp>
    </p:spTree>
    <p:extLst>
      <p:ext uri="{BB962C8B-B14F-4D97-AF65-F5344CB8AC3E}">
        <p14:creationId xmlns:p14="http://schemas.microsoft.com/office/powerpoint/2010/main" val="50860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1A81-4EA5-9E99-FBAA-22E6B62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10A908-EEEE-189A-13A4-447194D56B05}"/>
              </a:ext>
            </a:extLst>
          </p:cNvPr>
          <p:cNvSpPr txBox="1"/>
          <p:nvPr/>
        </p:nvSpPr>
        <p:spPr>
          <a:xfrm>
            <a:off x="268941" y="139849"/>
            <a:ext cx="431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4C8A6-23FF-6053-B1DC-BADDDCAF5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05"/>
          <a:stretch>
            <a:fillRect/>
          </a:stretch>
        </p:blipFill>
        <p:spPr bwMode="auto">
          <a:xfrm>
            <a:off x="3284220" y="1025208"/>
            <a:ext cx="5009926" cy="46557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605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00A6D-8372-FE6D-3930-2BA7C0B97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10"/>
          <a:stretch>
            <a:fillRect/>
          </a:stretch>
        </p:blipFill>
        <p:spPr>
          <a:xfrm>
            <a:off x="6195392" y="1326956"/>
            <a:ext cx="2227846" cy="4204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BFCE2A-5AD7-F20E-B2FD-709D0D541FD8}"/>
              </a:ext>
            </a:extLst>
          </p:cNvPr>
          <p:cNvSpPr txBox="1"/>
          <p:nvPr/>
        </p:nvSpPr>
        <p:spPr>
          <a:xfrm>
            <a:off x="1145689" y="3638661"/>
            <a:ext cx="2561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graph for observational data set that is a separate figure?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3FFED-0399-B390-30AD-F14D55FE4FF7}"/>
              </a:ext>
            </a:extLst>
          </p:cNvPr>
          <p:cNvSpPr txBox="1"/>
          <p:nvPr/>
        </p:nvSpPr>
        <p:spPr>
          <a:xfrm>
            <a:off x="6271708" y="2104723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B50F7-FFAF-0AAF-DF07-B2527D26628A}"/>
              </a:ext>
            </a:extLst>
          </p:cNvPr>
          <p:cNvSpPr txBox="1"/>
          <p:nvPr/>
        </p:nvSpPr>
        <p:spPr>
          <a:xfrm>
            <a:off x="6271708" y="3167389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ACF77-549C-2445-D917-5A12FD426072}"/>
              </a:ext>
            </a:extLst>
          </p:cNvPr>
          <p:cNvSpPr txBox="1"/>
          <p:nvPr/>
        </p:nvSpPr>
        <p:spPr>
          <a:xfrm>
            <a:off x="6271708" y="4131722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A311C8-784D-9F82-3A05-4A24B4E50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10"/>
          <a:stretch>
            <a:fillRect/>
          </a:stretch>
        </p:blipFill>
        <p:spPr>
          <a:xfrm>
            <a:off x="8596141" y="1326956"/>
            <a:ext cx="2227846" cy="42040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8DFCCF-1099-1F55-6FDE-6D040D0C31A6}"/>
              </a:ext>
            </a:extLst>
          </p:cNvPr>
          <p:cNvSpPr txBox="1"/>
          <p:nvPr/>
        </p:nvSpPr>
        <p:spPr>
          <a:xfrm>
            <a:off x="8672457" y="2104723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EECC5-6250-05DB-6973-A5747721BE4A}"/>
              </a:ext>
            </a:extLst>
          </p:cNvPr>
          <p:cNvSpPr txBox="1"/>
          <p:nvPr/>
        </p:nvSpPr>
        <p:spPr>
          <a:xfrm>
            <a:off x="8672457" y="3167389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00348-A1F1-2496-5782-0DD6D0E08D38}"/>
              </a:ext>
            </a:extLst>
          </p:cNvPr>
          <p:cNvSpPr txBox="1"/>
          <p:nvPr/>
        </p:nvSpPr>
        <p:spPr>
          <a:xfrm>
            <a:off x="8672457" y="4131722"/>
            <a:ext cx="183955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Wear period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28137-BC15-93EC-F097-30851E34801C}"/>
              </a:ext>
            </a:extLst>
          </p:cNvPr>
          <p:cNvSpPr txBox="1"/>
          <p:nvPr/>
        </p:nvSpPr>
        <p:spPr>
          <a:xfrm>
            <a:off x="6637468" y="985928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Iowa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84085-4139-F8C9-A427-5E6980075B4C}"/>
              </a:ext>
            </a:extLst>
          </p:cNvPr>
          <p:cNvSpPr txBox="1"/>
          <p:nvPr/>
        </p:nvSpPr>
        <p:spPr>
          <a:xfrm>
            <a:off x="8865314" y="985928"/>
            <a:ext cx="147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Northeastern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59B8E-678E-0971-D81C-118D73757BAA}"/>
              </a:ext>
            </a:extLst>
          </p:cNvPr>
          <p:cNvSpPr txBox="1"/>
          <p:nvPr/>
        </p:nvSpPr>
        <p:spPr>
          <a:xfrm>
            <a:off x="1231749" y="1983525"/>
            <a:ext cx="2561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workflow figures that help show our process/pipeline for </a:t>
            </a:r>
            <a:r>
              <a:rPr lang="en-US" dirty="0" err="1"/>
              <a:t>actigraph</a:t>
            </a:r>
            <a:r>
              <a:rPr lang="en-US" dirty="0"/>
              <a:t> data prep?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948BC-3C3E-F5FF-6A32-82A70224E151}"/>
              </a:ext>
            </a:extLst>
          </p:cNvPr>
          <p:cNvSpPr txBox="1"/>
          <p:nvPr/>
        </p:nvSpPr>
        <p:spPr>
          <a:xfrm>
            <a:off x="268941" y="139849"/>
            <a:ext cx="431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Figures 2+ </a:t>
            </a:r>
            <a:r>
              <a:rPr lang="en-US">
                <a:highlight>
                  <a:srgbClr val="FFFF00"/>
                </a:highlight>
              </a:rPr>
              <a:t>in progress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7966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88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mwvoss</dc:creator>
  <cp:lastModifiedBy>mwvoss</cp:lastModifiedBy>
  <cp:revision>1</cp:revision>
  <dcterms:created xsi:type="dcterms:W3CDTF">2026-03-18T19:37:56Z</dcterms:created>
  <dcterms:modified xsi:type="dcterms:W3CDTF">2026-03-18T21:12:58Z</dcterms:modified>
</cp:coreProperties>
</file>